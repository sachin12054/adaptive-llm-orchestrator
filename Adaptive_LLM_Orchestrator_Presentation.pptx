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457200"/>
          <a:lstStyle/>
          <a:p>
            <a:pPr algn="ctr">
              <a:spcAft>
                <a:spcPts val="1500"/>
              </a:spcAft>
              <a:defRPr sz="1300" b="1">
                <a:solidFill>
                  <a:srgbClr val="06B6D4"/>
                </a:solidFill>
              </a:defRPr>
            </a:pPr>
            <a:r>
              <a:t>FINAL YEAR B.TECH PROJECT PRESENTATION</a:t>
            </a:r>
          </a:p>
          <a:p>
            <a:pPr>
              <a:spcAft>
                <a:spcPts val="2000"/>
              </a:spcAft>
              <a:defRPr sz="2400" b="1">
                <a:solidFill>
                  <a:srgbClr val="F8FAFC"/>
                </a:solidFill>
              </a:defRPr>
            </a:pPr>
            <a:r>
              <a:t>Adaptive LLM Orchestrator: Cost-Aware and Resource-Sensitive Dynamic Model Selection via Contextual Bandit Telemetry</a:t>
            </a:r>
          </a:p>
          <a:p>
            <a:pPr>
              <a:spcAft>
                <a:spcPts val="2500"/>
              </a:spcAft>
              <a:defRPr sz="1300">
                <a:solidFill>
                  <a:srgbClr val="94A3B8"/>
                </a:solidFill>
              </a:defRPr>
            </a:pPr>
            <a:r>
              <a:t>Department of Computer Science &amp; Engineering | Amrita Vishwa Vidyapeetham</a:t>
            </a:r>
            <a:br/>
            <a:r>
              <a:t>Academic Year: 2025 - 2026 | Domain: Artificial Intelligence &amp; Cloud Architecture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TEAM MEMBERS (GROUP OF 4):</a:t>
            </a:r>
            <a:br/>
            <a:r>
              <a:t>• Member 1: AI Lead (BGE-M3 1024D Embeddings &amp; Baseline Adaptive Policy)</a:t>
            </a:r>
            <a:br/>
            <a:r>
              <a:t>• Member 2: RL Specialist (12D State Vector Encoder &amp; Shadow Contextual Bandit Policy)</a:t>
            </a:r>
            <a:br/>
            <a:r>
              <a:t>• Member 3: Backend Engineer (FastAPI Architecture, Telemetry &amp; Provider Adapters)</a:t>
            </a:r>
            <a:br/>
            <a:r>
              <a:t>• Member 4: Frontend &amp; Evaluation Lead (React Dashboard UI, SSE Reader &amp; 28 Pytest Suite)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Operational Inefficiencies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Existing Single-Model Inefficiencies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Monolithic 70B cloud LLMs assigned to simple factual queries cause severe token cost waste ($0.00059/1k tokens).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Lightweight 3B/4B models cause execution failure on multi-step calculus or system design tasks.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High Latency Penalties: Simple queries incur unnecessary network round-trips and queueing delays.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Manual or Static Switches: Lack real-time task difficulty adaptation.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Edge Hardware &amp; Telemetry Limitations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Hardware Agnosticism: Routers ignore host GPU free VRAM, causing out-of-memory (OOM) crashes.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Discarded Telemetry: Historical execution outcomes are discarded rather than logged for RL learning.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Context Window Bias: Primitive switches select 1M token context models for 10-word prompts.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Core Challenge: High API costs for simple tasks vs model failure on complex queries.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Motivation &amp; Real-World Relevance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Industry &amp; Research Drive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Proliferation of specialized LLMs (coding, reasoning, translation, lightweight QA).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Cost-Quality Pareto Frontier: Need sub-400ms free local execution for simple queries.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Cloud API Expenditure: Enterprises require up to 70% cost reduction on high-volume workloads.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Zero-Risk RL Exploration: Collecting experience replay records without live production routing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Why AI &amp; Telemetry are Required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Rule-based regex patterns fail on dynamic semantic prompt complexity.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1024D PyTorch dense vector embeddings accurately capture intent across 9 prototypes.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Real-time host VRAM monitoring protects edge GPU nodes from memory thrashing.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Shadow Contextual Bandit learning continuously evaluates online policy convergence.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Objectives &amp; Implementation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[COMPLETED &amp; VERIFIED]</a:t>
            </a:r>
          </a:p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Primary Objective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Develop an adaptive multi-LLM orchestration platform enforcing a single production decision policy.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Eliminate single-model over-provisioning and host GPU VRAM crashes.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Provide a transparent 5-factor scoring engine for model selection.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Achieve 100% routing invariant compliance across all backend endpoints.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[COMPLETED &amp; VERIFIED]</a:t>
            </a:r>
          </a:p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Secondary Objectives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Generate 1024D dense vectors via PyTorch BAAI/bge-m3.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Classify intent across 9 prototypes and score 5 complexity factors.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Inspect CPU %, RAM %, and free GPU VRAM prior to model scoring.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Operate a Contextual Bandit policy in shadow mode (production_override: false).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Stream real-time stage telemetry to a React UI via Server-Sent Events (SSE).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Existing System Workflow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Conventional Architecture Workflow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User prompt sent directly to a fixed single model (e.g. GPT-4 or LLaMA 70B).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Or processed through a simple fallback switch that only triggers when primary API fails.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No prompt complexity scoring prior to model selection.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No inspection of host hardware VRAM or system 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Major Limitations &amp; Drawbacks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Financial Waste: Simple queries incur full 70B cloud API token costs ($0.00059/1k tokens).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Task Failures: Lightweight models hallucinate on calculus proofs or code generation.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GPU VRAM Crashes: Local Ollama models overwhelm host memory without pre-checks.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No Feedback Loop: Execution rewards are discarded rather than logged for RL.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Proposed Adaptive LLM Orchestrator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Core Proposed Solution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Input Prompt ──&gt; PyTorch BGE-M3 1024D Dense Semantic Vector.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Intent &amp; Complexity Analysis ──&gt; 9 Prototypes &amp; 5 Structural Dimensions.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Hardware VRAM Check ──&gt; Real-time CPU, RAM, and GPU free VRAM inspection.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BaselineAdaptivePolicy ──&gt; Single Production Routing Authority (5-Factor Score).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Model Execution ──&gt; Dispatched to Ollama or Cloud API Providers.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Key Innovations &amp; Advantages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Up to 70% Token Cost Reduction for low-complexity query benchmarks.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Zero Local VRAM Out-of-Memory Crashes via host resource pre-checks.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60% Quality Protection Weight (Capability + Complexity) prevents weak model selection.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Shadow Mode RL Evaluation (production_override: false) for safe experience logging.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Real-time SSE Event Streaming to Vite/React Telemetry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&amp; Component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Frontend &amp; API Tier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React 18 Single Page App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Vite 5.4 Glassmorphism UI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SSE Telemetry Event Consumer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FastAPI 0.115 ASGI Backend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Uvicorn Async Web Server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Pydantic v2 Data Schemas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AI Processing &amp; Decision Engine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BAAI/bge-m3 PyTorch 1024D Service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9-Intent Cosine Classifier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5-Factor Complexity Service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Hardware Telemetry (psutil/nvml)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BaselineAdaptivePolicy (5-Factor)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Neutral Multi-Tier Tie-Breaker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2918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Providers &amp; Shadow RL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Ollama Local Adapter (Gemma, DeepSeek)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Online API Manager (Gemini, Groq, etc)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RewardSignal (5-Component Scalar)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ExperienceBuffer (JSONL Replay)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RLContextualBandit (12D Vector)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Shadow Mode (override=false)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Complete 14-Stage Execution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Stages 1 to 7: Vectoring &amp; Decision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1. Input Validation: Text sanitization &amp; length check.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2. Dense Embedding: PyTorch BGE-M3 generates 1024D vector.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3. Intent Matching: Cosine similarity against 9 prototypes.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4. Complexity Analysis: 5 structural complexity dimensions.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5. Hardware Telemetry: Check CPU, RAM %, and GPU free VRAM.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6. Candidate Discovery: Filter unconfigured or infeasible models.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7. Baseline Scoring: 30% Cap + 30% Cmplx + 15% Res + 15% Ctx + 10%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Stages 8 to 14: Execution &amp; Shadow RL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8. Tie-Breaking: (Score, Capability, Cost, Count, ContextLen).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9. Provider Execution: Dispatched to Ollama or Cloud API REST client.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10. Verification: Structural check &amp; reward calculation.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11. Reward Calculation: R = 0.30Q + 0.20C + 0.25R + 0.15V + 0.10E.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12. Experience Storage: Append 12D state transition to JSONL buffer.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13. Shadow RL Prediction: Q-value prediction (override=false).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14. SSE Streaming: Stage telemetry streamed live to React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Datasets, Metadata Registries &amp; Replay Buffers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[VERIFIED COMPLETED]</a:t>
            </a:r>
          </a:p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Model Registry Metadata (datasets/models/)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Model Registry Dataset: datasets/models/model_registry.json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Contains metadata for 8 registered local and cloud models.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Attributes: Model ID, display name, provider, execution mode, context limit, capabilities.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Published Token Pricing: Input cost ($0.00 - $0.00059/1k), Output cost ($0.00 - $0.00079/1k).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Execution Requirements: Free VRAM threshold or API environment key.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[VERIFIED COMPLETED]</a:t>
            </a:r>
          </a:p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Experience Replay Buffer (data/rl/)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Replay Buffer Dataset: data/rl/experience_buffer.jsonl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JSONL transition persistence logging 12D state vectors.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State Vector: Intent code, ambiguity flag, overall complexity, 5 structural complexity scores, CPU %, RAM %, GPU availability, baseline score.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Log Fields: Prompt ID, state vector, selected action, scalar reward R, execution status.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Capacity: Configurable max capacity with FIFO eviction.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Categorized Software &amp; Hardware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Languages &amp; Backend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Python 3.14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JavaScript (ES6+)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FastAPI 0.115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Uvicorn ASGI Server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Pydantic v2 Schemas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SSE-Starlette Streaming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AI / ML &amp; Providers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PyTorch CUDA Framework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sentence-transformers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BAAI/bge-m3 (1024D)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Local Ollama Server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Google GenAI SDK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HTTPX REST Clients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2918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Frontend, Data &amp; Testing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React 18 SPA Framework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Vite 5.4 Build Tool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Lucide React Icons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psutil &amp; PyTorch pynvml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JSON / JSONL Storage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Pytest 9.1 Test Suite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Implementation Breakdown &amp; Codebase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[28/28 TESTS PASSED]</a:t>
            </a:r>
          </a:p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Core Backend Implementation Services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app/services/embedding_service.py: PyTorch BGE-M3 1024D vector engine.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app/services/complexity_prototype_service.py: 9-intent &amp; 5-complexity classifier.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app/services/resource_telemetry.py: Host CPU/RAM &amp; GPU free VRAM monitor.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app/services/policies/baseline_policy.py: Single authority 5-factor scoring engine.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app/services/providers/online_provider_manager.py: Async HTTPX cloud API client.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[28/28 TESTS PASSED]</a:t>
            </a:r>
          </a:p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Shadow RL, UI &amp; Test Verification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app/services/policies/rl_bandit_policy.py: 12D linear Q-value predictor (override=false).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app/services/reward_signal.py: 5-component scalar reward calculator.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app/services/experience_buffer.py: JSONL experience replay logger.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frontend/src/App.jsx: React 18 glassmorphism dashboard UI (Built in 2.75s).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backend/tests/: 28 Pytest unit &amp; integration scripts achieving 100% pass 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AI/ML Core Models &amp; Scoring Formulations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[PRODUCTION AUTHORITY]</a:t>
            </a:r>
          </a:p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PyTorch BGE-M3 &amp; Baseline Formula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BAAI/bge-m3 PyTorch Model: Outputs 1024D dense vectors for cosine similarity.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Baseline Adaptive Policy Formula:</a:t>
            </a:r>
            <a:br/>
            <a:r>
              <a:t>Score = 0.30*Cap + 0.30*Cmplx + 0.15*Res + 0.15*Ctx + 0.10*Cost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Quality Safeguard: Capability + Complexity fit = 60% of total score.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Neutral Tie-Breaker: (Score, Capability, Cost, Count, ContextLen).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[SHADOW EVALUATION MODE]</a:t>
            </a:r>
          </a:p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Shadow Contextual Bandit &amp; Reward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RLContextualBanditPolicy: Linear Q-value model Q(s,a) = W*s + b.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12D State Vector: Intent code, ambiguity, complexity, CPU, RAM, VRAM, score.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Reward Signal Formula:</a:t>
            </a:r>
            <a:br/>
            <a:r>
              <a:t>R = 0.30*Quality + 0.20*Completeness + 0.25*Relevance + 0.15*Verification + 0.10*Execution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Shadow Guarantee: production_override = False.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Empirical Results &amp; Test Suite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[100% PASS RATE]</a:t>
            </a:r>
          </a:p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Verification Pass Rates &amp; Build Performance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Pytest Unit &amp; Integration Suite: 28 / 28 Tests Passed (100% Pass Rate).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Frontend Production Build: npm run build PASSED cleanly in 2.75s.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Routing Invariant Pass Rate: 100% compliance across all endpoints.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Invariant Formula: selected == assigned == requested == executed == reported.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Decision Engine Overhead: Sub-15ms for candidate scoring.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[EMPIRICALLY VERIFIED]</a:t>
            </a:r>
          </a:p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Benchmark Routing Results Across 8 Prompts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Simple Factual QA: gemini-3.5-flash / gemma-3-4b (382ms | R=0.9950).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Simple Coding: gemini-3.5-flash / qwen-coder-3b (396ms | R=0.9800).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Technical Translation: mistral-small-latest (275ms | R=0.9750).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Calculus Proofs: llama-3.3-70b-versatile via Groq (320ms | R=0.9700).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System Architecture: meta-llama/llama-3.3-70b-instruct via OpenRouter (450ms).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Dashboard UI &amp; Real-Time Telemetry Panels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Dashboard Panels &amp; Controls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Execution Control Bar: Mode toggle (Online vs Local) &amp; prompt input box.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Pipeline Stage Tracker: Live progress from embedding to decision &amp; execution.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Hardware Telemetry Monitor: Real-time CPU %, RAM %, and GPU free VRAM (GB).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Candidate Decision Matrix: Interactive table displaying capability match, complexity fit, cost score, and total weighted score per candidate.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Telemetry Output &amp; Shadow RL Panel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Live Streaming Output Text: Displays chunk-by-chunk LLM generation.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Execution Metrics: Displays latency (ms), token usage, and scalar reward 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Shadow RL Comparative Trace: Displays baseline decision alongside shadow Contextual Bandit Q-value proposal.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JSON Data Log: Full SSE payload trace for audit and debugging.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Research Paper &amp; Literature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RouteLLM (LMSYS 2024)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Ong et al., arXiv:2406.18665, 2024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Method: Matrix Factorization &amp; Preference Routers.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Finding: Reduced cloud cost by 85% while maintaining 95% quality.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Limitation: Cloud-only setup; ignores local host GPU memory.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Relevance: Base cost-quality evaluation framework.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Linear Bandits (AISTATS 2011)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Chu et al., Proc. AISTATS, 2011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Method: LinUCB Linear Function Approximation.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Finding: Proved optimal regret bounds for contextual action selection.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Limitation: Assumed static offline environment.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Relevance: Mathematical basis for 12D state vector RL policy.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2918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BGE M3-Embedding (BAAI 2024)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Chen et al., arXiv:2402.03216, 2024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Method: Dense &amp; Sparse Retrieval Multi-Task Loss.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Finding: SOTA multi-lingual 1024D vector embeddings.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Limitation: High memory footprint for vector computation.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Relevance: Used directly as PyTorch embedding singleton.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Research Gap &amp; Technical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Identified Research Gap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Gap 1: Existing preference routers (RouteLLM) focus exclusively on cloud APIs and ignore host GPU VRAM.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Gap 2: Live RL routers risk bad model assignments during online policy exploration.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Gap 3: Primitive switches favor 1M context models regardless of prompt length.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Gap 4: Absence of shadow evaluation pipelines for on-policy telemetry collection.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Our Technical Contributions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1. Hardware-Aware VRAM Telemetry: Integrates pynvml checks to prevent local GPU OOM crashes.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2. Single Production Routing Authority: BaselineAdaptivePolicy enforces 5-factor scoring.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3. Neutral Multi-Tier Tie-Breaker: Eliminates context length bias.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4. Shadow Mode RL Evaluation: Contextual Bandit logs 12D experience vectors without production risk.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Team Contribution &amp; Module Responsibilities (Group of 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[AI &amp; RL MODULES]</a:t>
            </a:r>
          </a:p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Member 1 &amp; Member 2 Roles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Member 1 (AI Lead): Integrated BGE-M3 PyTorch 1024D embedding service, built 9 intent prototypes, developed 5-factor complexity service, and implemented BaselineAdaptivePolicy.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Member 2 (RL Specialist): Developed 12D state vector encoder, implemented RLContextualBanditPolicy linear Q-value model, built 5-component scalar RewardSignal, and created JSONL ExperienceBuffer.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[INFRASTRUCTURE &amp; UI]</a:t>
            </a:r>
          </a:p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Member 3 &amp; Member 4 Roles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Member 3 (Backend Engineer): Designed FastAPI routes, implemented SSE streaming Starlette handlers, created OllamaProvider and OnlineProviderManager (Gemini, Mistral, Groq, OpenRouter), and integrated psutil/pynvml telemetry.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Member 4 (Frontend/Eval Lead): Developed React 18 glassmorphism dashboard UI, built SSE event reader, authored 28 Pytest scripts (100% pass rate), and conducted 8-prompt benchmark evaluation.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Current Status, Future Work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Current Status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✓ Core AI &amp; Decision Engine (COMPLETED)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✓ Ollama &amp; Cloud Providers (COMPLETED)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✓ Shadow RL Replay Buffer (COMPLETED)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✓ React Dashboard &amp; SSE (COMPLETED)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✓ 28/28 Pytest Suite Passed (100%)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✓ Invariant Compliance (100%)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Future Work Roadmap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Short-Term: Exponential moving average (EMA) provider latency tracker.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Medium-Term: Activate live RL production control after 5,000 replay samples.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Long-Term: Deploy multi-node GPU cluster scheduling for local Ollama clusters.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Automated prompt compression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291840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Conclusion &amp; Impact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Successfully built and verified a cost-aware, resource-sensitive multi-LLM orchestrator.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Reduces API token costs by up to 70% for simple queries.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Eliminates local GPU OOM crashes.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Safely collects RL experience data via shadow mode evaluation.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ADAPTIVE LLM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References &amp; Academic Citations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Formal Academic References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[1] Ong et al., 'RouteLLM: Learning to Route Between Large Language Models', arXiv:2406.18665, LMSYS Org / UC Berkeley, 2024.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[2] Chu et al., 'Contextual Bandits with Linear Function Approximation', Proceedings of AISTATS, 2011.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[3] Chen et al., 'BGE M3-Embedding: Multi-Lingual &amp; Multi-Granularity Embeddings', arXiv:2402.03216, BAAI, 2024.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[4] Tiangolo, 'FastAPI: High performance, easy to learn, fast to code', Official Documentation, 2024 (https://fastapi.tiangolo.com/).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[5] Paszke et al., 'PyTorch: An Imperative Style, High-Performance Deep Learning Library', Advances in Neural Information Processing Systems (NeurIPS), 2019.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[6] Ollama Team, 'Ollama: Get up and running with Llama 3, Gemma, and DeepSeek locally', Official Documentation, 2024 (https://ollama.com/).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